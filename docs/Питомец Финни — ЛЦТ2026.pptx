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65" r:id="rId2"/>
    <p:sldId id="366" r:id="rId3"/>
    <p:sldId id="362" r:id="rId4"/>
    <p:sldId id="364" r:id="rId5"/>
    <p:sldId id="375" r:id="rId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336" autoAdjust="0"/>
    <p:restoredTop sz="95838"/>
  </p:normalViewPr>
  <p:slideViewPr>
    <p:cSldViewPr snapToGrid="0" showGuides="1">
      <p:cViewPr>
        <p:scale>
          <a:sx n="98" d="100"/>
          <a:sy n="98" d="100"/>
        </p:scale>
        <p:origin x="2208" y="153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wrap="square"/>
          <a:lstStyle/>
          <a:p>
            <a:pPr marL="268288" indent="0"/>
            <a:r>
              <a:rPr lang="ru-RU" sz="4800" dirty="0"/>
              <a:t>Острые Пузырьки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DEBE3E-9224-EDB0-ED51-70E22EDD403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11380" b="11380"/>
          <a:stretch>
            <a:fillRect/>
          </a:stretch>
        </p:blipFill>
        <p:spPr>
          <a:xfrm>
            <a:off x="304800" y="330200"/>
            <a:ext cx="5194300" cy="1082675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296709" y="5601256"/>
            <a:ext cx="8930641" cy="757174"/>
          </a:xfrm>
        </p:spPr>
        <p:txBody>
          <a:bodyPr wrap="square" anchor="ctr"/>
          <a:lstStyle/>
          <a:p>
            <a:pPr indent="268288"/>
            <a:r>
              <a:rPr lang="en-US" dirty="0"/>
              <a:t>	</a:t>
            </a:r>
            <a:r>
              <a:rPr lang="ru-RU" dirty="0"/>
              <a:t>Задача 6 «Мобильное приложение по повышению финансовой</a:t>
            </a:r>
            <a:r>
              <a:rPr lang="en-US" dirty="0"/>
              <a:t>      	</a:t>
            </a:r>
            <a:r>
              <a:rPr lang="ru-RU" dirty="0"/>
              <a:t>грамотности детей и молодежи Москвы»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96953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Знание сразу применяется в игре: задание про сдачу — в той же неделе покупка показывает сдачу. Всё офлайн и без реальных денег.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b="0" dirty="0" err="1">
                <a:solidFill>
                  <a:schemeClr val="tx1"/>
                </a:solidFill>
              </a:rPr>
              <a:t>Климычев</a:t>
            </a:r>
            <a:r>
              <a:rPr lang="ru-RU" b="0" dirty="0">
                <a:solidFill>
                  <a:schemeClr val="tx1"/>
                </a:solidFill>
              </a:rPr>
              <a:t> Валерий Артемович, специальность: 09.02.07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b="0" i="1" dirty="0">
                <a:solidFill>
                  <a:schemeClr val="tx1"/>
                </a:solidFill>
              </a:rPr>
              <a:t>Собрались для кейса Департамента финансов Москвы на ЛЦТ 2026.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b="0" i="1" dirty="0">
                <a:solidFill>
                  <a:schemeClr val="tx1"/>
                </a:solidFill>
              </a:rPr>
              <a:t>ГАПОУ «Перевозский Строительный колледж»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Перевоз, Нижегородская область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/>
          <a:lstStyle/>
          <a:p>
            <a:r>
              <a:rPr lang="ru-RU" sz="2400" dirty="0">
                <a:solidFill>
                  <a:srgbClr val="310F53"/>
                </a:solidFill>
              </a:rPr>
              <a:t>Команда «Острые пузырьки»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Ребёнок растит фенька Финни и каждую неделю распределяет монеты на нужное, желаемое и копилку. Ошибка объясняется и исправляется, прогресс не обнуляется.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8942" y="335267"/>
            <a:ext cx="5278479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 fontScale="925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Моральная поддержка, </a:t>
            </a:r>
            <a:r>
              <a:rPr lang="en-US" sz="1200" dirty="0">
                <a:solidFill>
                  <a:schemeClr val="tx1"/>
                </a:solidFill>
              </a:rPr>
              <a:t>Product Designer</a:t>
            </a:r>
            <a:r>
              <a:rPr lang="ru-RU" sz="1200" dirty="0">
                <a:solidFill>
                  <a:schemeClr val="tx1"/>
                </a:solidFill>
              </a:rPr>
              <a:t>,</a:t>
            </a:r>
            <a:r>
              <a:rPr lang="en-US" sz="1200" dirty="0">
                <a:solidFill>
                  <a:schemeClr val="tx1"/>
                </a:solidFill>
              </a:rPr>
              <a:t> Full-stack 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Alex_Korepanov</a:t>
            </a:r>
            <a:r>
              <a:rPr lang="ru-RU" sz="1200" dirty="0">
                <a:solidFill>
                  <a:schemeClr val="tx1"/>
                </a:solidFill>
              </a:rPr>
              <a:t> (ТГ)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999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136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71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70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ГАПОУ «Перевозский строительный колледж"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Корепанов Александр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Бэкенд разработчик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@AngelH22</a:t>
            </a:r>
            <a:r>
              <a:rPr lang="ru-RU" sz="1200" dirty="0">
                <a:solidFill>
                  <a:schemeClr val="tx1"/>
                </a:solidFill>
              </a:rPr>
              <a:t> (ТГ)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+7 950 618 03 43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ГАПОУ «Перевозский строительный колледж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Акифьев Никита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chemeClr val="tx1"/>
                </a:solidFill>
              </a:rPr>
              <a:t>Фронтенд</a:t>
            </a:r>
            <a:r>
              <a:rPr lang="ru-RU" sz="1200" dirty="0">
                <a:solidFill>
                  <a:schemeClr val="tx1"/>
                </a:solidFill>
              </a:rPr>
              <a:t> разработчик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helldiverrrrr</a:t>
            </a:r>
            <a:r>
              <a:rPr lang="ru-RU" sz="1200" dirty="0">
                <a:solidFill>
                  <a:schemeClr val="tx1"/>
                </a:solidFill>
              </a:rPr>
              <a:t> (ТГ)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+7 953 561 94 14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ГАПОУ «Перевозский строительный колледж»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Сидоров Леонид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4" y="324562"/>
            <a:ext cx="437195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46952"/>
            <a:ext cx="9862734" cy="376138"/>
          </a:xfrm>
        </p:spPr>
        <p:txBody>
          <a:bodyPr wrap="square"/>
          <a:lstStyle/>
          <a:p>
            <a:r>
              <a:rPr dirty="0"/>
              <a:t>КОМАНДА</a:t>
            </a:r>
            <a:r>
              <a:rPr lang="ru-RU" dirty="0"/>
              <a:t> «Острые пузырьки»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</a:t>
            </a:r>
            <a:r>
              <a:rPr lang="en-US" sz="1200" dirty="0">
                <a:solidFill>
                  <a:schemeClr val="tx1"/>
                </a:solidFill>
              </a:rPr>
              <a:t> Full-stack 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LaveraTSG</a:t>
            </a:r>
            <a:r>
              <a:rPr lang="ru-RU" sz="1200" dirty="0">
                <a:solidFill>
                  <a:schemeClr val="tx1"/>
                </a:solidFill>
              </a:rPr>
              <a:t> (ТГ)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+</a:t>
            </a:r>
            <a:r>
              <a:rPr lang="en-US" sz="1200" dirty="0">
                <a:solidFill>
                  <a:schemeClr val="tx1"/>
                </a:solidFill>
              </a:rPr>
              <a:t>7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930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811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74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56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 ГАПОУ «Перевозский строительный колледж»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err="1">
                <a:solidFill>
                  <a:schemeClr val="accent5"/>
                </a:solidFill>
              </a:rPr>
              <a:t>Климычев</a:t>
            </a:r>
            <a:r>
              <a:rPr lang="ru-RU" sz="1600" b="1" dirty="0">
                <a:solidFill>
                  <a:schemeClr val="accent5"/>
                </a:solidFill>
              </a:rPr>
              <a:t> Валерий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476" y="1816054"/>
            <a:ext cx="1542408" cy="1552901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6980" y="1826554"/>
            <a:ext cx="1541539" cy="1542401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3191" y="1890348"/>
            <a:ext cx="1359753" cy="1397497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01615" y="1909220"/>
            <a:ext cx="1359753" cy="135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 wrap="square"/>
          <a:lstStyle/>
          <a:p>
            <a:r>
              <a:t>О КОМАНДЕ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Четыре человека собрались вокруг кейса Департамента финансов Москвы на ЛЦТ 2026. Сразу договорились: прототип должен быть играбельным для ребёнка 7–11 лет, а не набором экранов «для комиссии».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Сделать экономику честной: не наказывать ребёнка обнулением и при этом не дать купить всё сразу. Удержать возраст: короткие фразы, крупные кнопки, без сложных терминов. Свести тёмную тему, спрайты и заставку по времени суток так, чтобы лес и Финни читались и днём, и ночью.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Дети уже получают карманные деньги и участвуют в семейных покупках, но учатся на абстрактных правилах. Питомец даёт безопасную практику: решение видно сразу, ошибку можно исправить.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>
            <a:normAutofit/>
          </a:bodyPr>
          <a:lstStyle/>
          <a:p>
            <a:r>
              <a:rPr lang="ru-RU" sz="1400" dirty="0">
                <a:solidFill>
                  <a:srgbClr val="1C1D22"/>
                </a:solidFill>
              </a:rPr>
              <a:t>Нативное Android-приложение: Kotlin, Jetpack Compose, Room (SQLite). Сервера нет — игра работает без интернета и без аккаунта.</a:t>
            </a:r>
          </a:p>
          <a:p>
            <a:r>
              <a:rPr>
                <a:solidFill>
                  <a:srgbClr val="1C1D22"/>
                </a:solidFill>
              </a:rPr>
              <a:t>Слои разделены. Учебный контент лежит в JSON: новое задание добавляется строкой, без правки экранов. Игровая экономика — чистые функции EconomyEngine. Хранение — Room, каждая операция в транзакции. Интерфейс только показывает снимок состояния.</a:t>
            </a:r>
          </a:p>
          <a:p>
            <a:r>
              <a:rPr>
                <a:solidFill>
                  <a:srgbClr val="1C1D22"/>
                </a:solidFill>
              </a:rPr>
              <a:t>109 автотестов на план, покупки, копилку, рост и контент. Единственное разрешение — VIBRATE. Package ru.finny.petgame, версия 1.0, подписанный release APK. Черновик карточки RuStore готов.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r>
              <a:rPr lang="ru-RU" sz="1400" dirty="0">
                <a:solidFill>
                  <a:srgbClr val="1C1D22"/>
                </a:solidFill>
              </a:rPr>
              <a:t>Бесплатное просветительское приложение для RuStore, категория «Образование», маркировка 0+. Без рекламы, покупок и сбора данных — его можно ставить ребёнку как есть.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rgbClr val="1C1D22"/>
                </a:solidFill>
              </a:rPr>
              <a:t>Дальше</a:t>
            </a:r>
            <a:r>
              <a:rPr dirty="0">
                <a:solidFill>
                  <a:srgbClr val="1C1D22"/>
                </a:solidFill>
              </a:rPr>
              <a:t>: </a:t>
            </a:r>
            <a:r>
              <a:rPr dirty="0" err="1">
                <a:solidFill>
                  <a:srgbClr val="1C1D22"/>
                </a:solidFill>
              </a:rPr>
              <a:t>больше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заданий-действий</a:t>
            </a:r>
            <a:r>
              <a:rPr dirty="0">
                <a:solidFill>
                  <a:srgbClr val="1C1D22"/>
                </a:solidFill>
              </a:rPr>
              <a:t> (</a:t>
            </a:r>
            <a:r>
              <a:rPr dirty="0" err="1">
                <a:solidFill>
                  <a:srgbClr val="1C1D22"/>
                </a:solidFill>
              </a:rPr>
              <a:t>собрать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корзину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ввести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сдачу</a:t>
            </a:r>
            <a:r>
              <a:rPr dirty="0">
                <a:solidFill>
                  <a:srgbClr val="1C1D22"/>
                </a:solidFill>
              </a:rPr>
              <a:t>), </a:t>
            </a:r>
            <a:r>
              <a:rPr dirty="0" err="1">
                <a:solidFill>
                  <a:srgbClr val="1C1D22"/>
                </a:solidFill>
              </a:rPr>
              <a:t>редактор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контента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для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педагога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несколько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профилей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на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устройстве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версия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для</a:t>
            </a:r>
            <a:r>
              <a:rPr dirty="0">
                <a:solidFill>
                  <a:srgbClr val="1C1D22"/>
                </a:solidFill>
              </a:rPr>
              <a:t> iOS.</a:t>
            </a:r>
            <a:endParaRPr lang="ru-RU" sz="1400"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rgbClr val="1C1D22"/>
                </a:solidFill>
              </a:rPr>
              <a:t>Реальных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платежей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банковских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продуктов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и</a:t>
            </a:r>
            <a:r>
              <a:rPr dirty="0">
                <a:solidFill>
                  <a:srgbClr val="1C1D22"/>
                </a:solidFill>
              </a:rPr>
              <a:t> ИИ </a:t>
            </a:r>
            <a:r>
              <a:rPr dirty="0" err="1">
                <a:solidFill>
                  <a:srgbClr val="1C1D22"/>
                </a:solidFill>
              </a:rPr>
              <a:t>в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детском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контуре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не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будет</a:t>
            </a:r>
            <a:r>
              <a:rPr dirty="0">
                <a:solidFill>
                  <a:srgbClr val="1C1D22"/>
                </a:solidFill>
              </a:rPr>
              <a:t>: </a:t>
            </a:r>
            <a:r>
              <a:rPr dirty="0" err="1">
                <a:solidFill>
                  <a:srgbClr val="1C1D22"/>
                </a:solidFill>
              </a:rPr>
              <a:t>это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граница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продукта</a:t>
            </a:r>
            <a:r>
              <a:rPr dirty="0">
                <a:solidFill>
                  <a:srgbClr val="1C1D22"/>
                </a:solidFill>
              </a:rPr>
              <a:t>, </a:t>
            </a:r>
            <a:r>
              <a:rPr dirty="0" err="1">
                <a:solidFill>
                  <a:srgbClr val="1C1D22"/>
                </a:solidFill>
              </a:rPr>
              <a:t>а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не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отложенная</a:t>
            </a:r>
            <a:r>
              <a:rPr dirty="0">
                <a:solidFill>
                  <a:srgbClr val="1C1D22"/>
                </a:solidFill>
              </a:rPr>
              <a:t> </a:t>
            </a:r>
            <a:r>
              <a:rPr dirty="0" err="1">
                <a:solidFill>
                  <a:srgbClr val="1C1D22"/>
                </a:solidFill>
              </a:rPr>
              <a:t>функция</a:t>
            </a:r>
            <a:r>
              <a:rPr dirty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11164</TotalTime>
  <Words>563</Words>
  <Application>Microsoft Macintosh PowerPoint</Application>
  <PresentationFormat>Широкоэкранный</PresentationFormat>
  <Paragraphs>60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Montserrat</vt:lpstr>
      <vt:lpstr>Wingdings</vt:lpstr>
      <vt:lpstr>Для Академия инноваторов 16_9</vt:lpstr>
      <vt:lpstr>Острые Пузырьки</vt:lpstr>
      <vt:lpstr>Команда «Острые пузырьки»</vt:lpstr>
      <vt:lpstr>КОМАНДА «Острые пузырьки»</vt:lpstr>
      <vt:lpstr>О КОМАНДЕ</vt:lpstr>
      <vt:lpstr>КОРОТКО О РЕШЕНИИ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Питомец Финни — ЛЦТ 2026 (слайды 7–11)</dc:title>
  <dc:subject>Кейс Департамента финансов города Москвы</dc:subject>
  <dc:creator>Команда Питомца Финни</dc:creator>
  <cp:lastModifiedBy>Aleksandr Korepanov</cp:lastModifiedBy>
  <cp:revision>98</cp:revision>
  <dcterms:created xsi:type="dcterms:W3CDTF">2023-05-15T07:36:23Z</dcterms:created>
  <dcterms:modified xsi:type="dcterms:W3CDTF">2026-09-29T18:21:10Z</dcterms:modified>
</cp:coreProperties>
</file>